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3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1C6C-B532-9F69-0FB2-3488EB1E0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97B8C-05F4-4D62-009B-1E4834E03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9CAE-68EE-FED8-85EA-A88D604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6D3E9-07F7-28EA-B059-9AD4E6BC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64A3-E987-9373-0FAF-EBCFD4EC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BE67-8257-7B12-54E3-E3B3E20E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FF4E4-29FE-98E1-91A8-0E92A3CEF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9E92A-1E25-0416-905C-CD3B8B78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95423-4A0F-C414-8915-0EC23F00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F6255-3110-15D4-7F1A-12BB6A5F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2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5845-C924-4235-526C-AA24C3D6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8DB21-828D-B034-3FF2-0B51EACAB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F6F8E-BEE5-2D9D-F857-098088AA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9C18A-DBE4-346A-3336-30B593FC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9637-10E4-9CD5-6F68-FA382C1C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9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34BB-B76C-EF3C-305D-5B33ED64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A42E-674E-59D7-8C93-A47F74BF0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83AAD-5F64-518F-8C4E-0E8A99D3E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54524-F080-7998-17EF-5013D954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977C0-284A-E660-3E74-4F65B72D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DCF92-2F3C-95EC-DB51-CCEB930A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738D-D823-CBBD-52E8-13FED1AE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7174D-FD50-9E4A-1B67-6740229C9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60C5E-AEA3-AF41-7590-EE662EC8F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76F3C-4B5F-2B0C-1F98-A46CCBAA1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9E0DE-92EE-D627-7949-B11F67962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B45AE-7D53-B82D-9A23-6D7116C8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B9A74-9A76-9C1C-46BC-43D0D1AF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31256-662B-DB9F-3F0F-65FAC0D2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3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1636-C500-9C2B-76AE-5A993BF8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7A448-DF90-4672-9CC2-9E51134E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DE4B5-B837-2223-A6B3-5C12E876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A8DD9-BEF7-E93C-9E9C-D9517439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7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D013F-E6B3-2FFE-6A02-01EF9037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5039-D34A-9393-AB57-AFA66414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EB5B6-95AA-3D4D-6A35-D8B13609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0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9F6C-9378-88EF-3DB3-D09C8BAEA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B5EBF-D321-C6E3-9A1F-06EFC3FDB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74284-4694-353C-83EB-CD42730EE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0583D-A6D7-F9F5-7DB2-483EB6C9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8902B-FD30-78C1-ACE7-FAE75FE2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7F2D-44DF-4D70-C7AC-67E74238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5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AC7C-2559-F113-0710-2B167849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7C350-190D-A043-AA30-8D837699E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3EA50-D0C2-6D43-FFD0-EAD496747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1E530-5799-6EC2-F14B-B287A88B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17486-9AA8-64D8-78F3-B1FA309B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B655B-4B9E-0099-8ACD-C0E8B115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9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22B8-3B2D-AE04-4D49-53EB60B4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3D364-535C-D73F-6ADB-A1F5A1117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19A58-C4AB-E958-F3ED-3BC38BCD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CE1B-AEBC-A827-C663-028BA3C8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2290C-6917-DC04-3656-4797838E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F52E8-1113-E02B-33DA-A964C1D4F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0D1C6-5707-37B7-FA6B-333A749D6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EF1A7-4E95-C114-6F68-899EBA67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8C451-AC02-E6AA-AB03-386D05E8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91618-9E06-476F-199F-C6D7BE3D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9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932A1-D0E6-FD24-ECEE-16EA036C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0CDD-C3EE-B95A-C54A-796AADB32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002A7-B043-7A7B-B31A-E799CB0E7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FE0E6-8D21-47B1-8F94-C2355253B8E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BFEB2-D4A6-34A1-4FA7-06484EC02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C1D05-8D6E-45AE-F55B-73FB1C2B6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7780F-F260-4C45-BB53-0D2D9BE7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0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98877-F89A-7D0B-310B-49B27C74766F}"/>
              </a:ext>
            </a:extLst>
          </p:cNvPr>
          <p:cNvSpPr/>
          <p:nvPr/>
        </p:nvSpPr>
        <p:spPr>
          <a:xfrm>
            <a:off x="2370572" y="1043434"/>
            <a:ext cx="3104142" cy="120100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45F6A-FB7C-2480-2D18-0A3928A2ACD1}"/>
              </a:ext>
            </a:extLst>
          </p:cNvPr>
          <p:cNvSpPr/>
          <p:nvPr/>
        </p:nvSpPr>
        <p:spPr>
          <a:xfrm>
            <a:off x="5642986" y="1043434"/>
            <a:ext cx="3104142" cy="1201002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4B657-C96B-F6BF-5F60-BA74B68FC454}"/>
              </a:ext>
            </a:extLst>
          </p:cNvPr>
          <p:cNvSpPr/>
          <p:nvPr/>
        </p:nvSpPr>
        <p:spPr>
          <a:xfrm>
            <a:off x="8915400" y="1043434"/>
            <a:ext cx="3104142" cy="1201002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612EAF-BB2E-0478-B562-DA0615FEA311}"/>
              </a:ext>
            </a:extLst>
          </p:cNvPr>
          <p:cNvSpPr/>
          <p:nvPr/>
        </p:nvSpPr>
        <p:spPr>
          <a:xfrm>
            <a:off x="2370572" y="137977"/>
            <a:ext cx="3104142" cy="786814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Body Functions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&amp; Structures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B292B-6A28-348C-8455-5FCA37817554}"/>
              </a:ext>
            </a:extLst>
          </p:cNvPr>
          <p:cNvSpPr/>
          <p:nvPr/>
        </p:nvSpPr>
        <p:spPr>
          <a:xfrm>
            <a:off x="5642986" y="137977"/>
            <a:ext cx="3104142" cy="786814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Activities &amp;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Participation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48B3A-CE50-90FC-E45D-1DD8B352C42D}"/>
              </a:ext>
            </a:extLst>
          </p:cNvPr>
          <p:cNvSpPr/>
          <p:nvPr/>
        </p:nvSpPr>
        <p:spPr>
          <a:xfrm>
            <a:off x="8915400" y="137977"/>
            <a:ext cx="3104142" cy="786814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Environmental &amp;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Personal Factors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9A4EB6F-70DE-AED2-B907-41829C95A6F0}"/>
              </a:ext>
            </a:extLst>
          </p:cNvPr>
          <p:cNvSpPr/>
          <p:nvPr/>
        </p:nvSpPr>
        <p:spPr>
          <a:xfrm>
            <a:off x="72736" y="1043434"/>
            <a:ext cx="2213700" cy="1201002"/>
          </a:xfrm>
          <a:prstGeom prst="rightArrow">
            <a:avLst>
              <a:gd name="adj1" fmla="val 50000"/>
              <a:gd name="adj2" fmla="val 3923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Assessments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F101CA7-A6BB-80F4-5D03-5324831BE4A7}"/>
              </a:ext>
            </a:extLst>
          </p:cNvPr>
          <p:cNvSpPr/>
          <p:nvPr/>
        </p:nvSpPr>
        <p:spPr>
          <a:xfrm>
            <a:off x="72736" y="2743213"/>
            <a:ext cx="2213700" cy="1358882"/>
          </a:xfrm>
          <a:prstGeom prst="rightArrow">
            <a:avLst>
              <a:gd name="adj1" fmla="val 50000"/>
              <a:gd name="adj2" fmla="val 4346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Results /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Present Level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5F2C2AD-38CA-C732-BB98-592773E30544}"/>
              </a:ext>
            </a:extLst>
          </p:cNvPr>
          <p:cNvSpPr/>
          <p:nvPr/>
        </p:nvSpPr>
        <p:spPr>
          <a:xfrm>
            <a:off x="72736" y="4981006"/>
            <a:ext cx="2213700" cy="1358882"/>
          </a:xfrm>
          <a:prstGeom prst="rightArrow">
            <a:avLst>
              <a:gd name="adj1" fmla="val 50000"/>
              <a:gd name="adj2" fmla="val 4346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Needs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16744-DDDF-3B60-4436-CD0C480A22E3}"/>
              </a:ext>
            </a:extLst>
          </p:cNvPr>
          <p:cNvSpPr/>
          <p:nvPr/>
        </p:nvSpPr>
        <p:spPr>
          <a:xfrm>
            <a:off x="2370572" y="2363079"/>
            <a:ext cx="3104142" cy="2119150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FC173-BFC7-D133-A0C7-C6848F2EE851}"/>
              </a:ext>
            </a:extLst>
          </p:cNvPr>
          <p:cNvSpPr/>
          <p:nvPr/>
        </p:nvSpPr>
        <p:spPr>
          <a:xfrm>
            <a:off x="2370572" y="4600872"/>
            <a:ext cx="3104142" cy="211915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DD42AB-6572-F54A-1AD0-4B179B40C2D3}"/>
              </a:ext>
            </a:extLst>
          </p:cNvPr>
          <p:cNvSpPr/>
          <p:nvPr/>
        </p:nvSpPr>
        <p:spPr>
          <a:xfrm>
            <a:off x="5642986" y="2363079"/>
            <a:ext cx="3104142" cy="211915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8AC9B5-D4BA-F494-883F-CE2343B458B9}"/>
              </a:ext>
            </a:extLst>
          </p:cNvPr>
          <p:cNvSpPr/>
          <p:nvPr/>
        </p:nvSpPr>
        <p:spPr>
          <a:xfrm>
            <a:off x="8915400" y="2363079"/>
            <a:ext cx="3104142" cy="2119150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727D3-AF3E-BAAC-EF7F-451BE40A02C2}"/>
              </a:ext>
            </a:extLst>
          </p:cNvPr>
          <p:cNvSpPr/>
          <p:nvPr/>
        </p:nvSpPr>
        <p:spPr>
          <a:xfrm>
            <a:off x="5642986" y="4600872"/>
            <a:ext cx="3104142" cy="2119151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3FBE5E-0F5C-1971-BC9B-9655CA9C5F02}"/>
              </a:ext>
            </a:extLst>
          </p:cNvPr>
          <p:cNvSpPr/>
          <p:nvPr/>
        </p:nvSpPr>
        <p:spPr>
          <a:xfrm>
            <a:off x="8915400" y="4600872"/>
            <a:ext cx="3104142" cy="2119151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053843-58EF-7A36-707A-FBED72E90B24}"/>
              </a:ext>
            </a:extLst>
          </p:cNvPr>
          <p:cNvSpPr/>
          <p:nvPr/>
        </p:nvSpPr>
        <p:spPr>
          <a:xfrm>
            <a:off x="72737" y="137977"/>
            <a:ext cx="2213700" cy="78681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WHO-ICF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Assessment Mapping</a:t>
            </a:r>
          </a:p>
        </p:txBody>
      </p:sp>
    </p:spTree>
    <p:extLst>
      <p:ext uri="{BB962C8B-B14F-4D97-AF65-F5344CB8AC3E}">
        <p14:creationId xmlns:p14="http://schemas.microsoft.com/office/powerpoint/2010/main" val="333019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2201-6307-AB2D-2DA3-DC311B90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6755-29A5-6C20-B033-03FD6BBF5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your assessment to ensure you are gathering data across each of the three major columns!</a:t>
            </a:r>
          </a:p>
          <a:p>
            <a:pPr lvl="1"/>
            <a:r>
              <a:rPr lang="en-US" dirty="0"/>
              <a:t>Should use standardized and/or informal assessment (incl. client’s self-report) as appropriate</a:t>
            </a:r>
          </a:p>
          <a:p>
            <a:pPr lvl="1"/>
            <a:r>
              <a:rPr lang="en-US" dirty="0"/>
              <a:t>Some data may be provided through other sources (e.g., doctors/healthcare providers, teachers/educators, caregivers/loved ones)</a:t>
            </a:r>
          </a:p>
          <a:p>
            <a:r>
              <a:rPr lang="en-US" dirty="0"/>
              <a:t>Consider the mismatch between the client’s current needs and their present level of performance/ability.</a:t>
            </a:r>
          </a:p>
          <a:p>
            <a:pPr lvl="1"/>
            <a:r>
              <a:rPr lang="en-US" dirty="0"/>
              <a:t>These are areas to target via goals, direct services, and supports/accommodations.</a:t>
            </a:r>
          </a:p>
        </p:txBody>
      </p:sp>
    </p:spTree>
    <p:extLst>
      <p:ext uri="{BB962C8B-B14F-4D97-AF65-F5344CB8AC3E}">
        <p14:creationId xmlns:p14="http://schemas.microsoft.com/office/powerpoint/2010/main" val="1385114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115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Instructions: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Senter, Reed R</dc:creator>
  <cp:lastModifiedBy>Senter, Reed R</cp:lastModifiedBy>
  <cp:revision>3</cp:revision>
  <dcterms:created xsi:type="dcterms:W3CDTF">2026-03-25T14:36:49Z</dcterms:created>
  <dcterms:modified xsi:type="dcterms:W3CDTF">2026-03-25T16:15:30Z</dcterms:modified>
</cp:coreProperties>
</file>